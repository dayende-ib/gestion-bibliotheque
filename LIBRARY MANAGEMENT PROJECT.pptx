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6" r:id="rId10"/>
    <p:sldId id="265" r:id="rId11"/>
    <p:sldId id="264" r:id="rId12"/>
    <p:sldId id="273" r:id="rId13"/>
    <p:sldId id="271" r:id="rId14"/>
    <p:sldId id="272" r:id="rId15"/>
    <p:sldId id="270" r:id="rId16"/>
    <p:sldId id="269" r:id="rId17"/>
    <p:sldId id="267" r:id="rId18"/>
    <p:sldId id="274" r:id="rId19"/>
    <p:sldId id="275" r:id="rId20"/>
    <p:sldId id="276" r:id="rId21"/>
    <p:sldId id="277" r:id="rId22"/>
    <p:sldId id="278" r:id="rId23"/>
    <p:sldId id="279" r:id="rId24"/>
    <p:sldId id="268" r:id="rId2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7" d="100"/>
          <a:sy n="67" d="100"/>
        </p:scale>
        <p:origin x="1296" y="5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3F77E6-4460-EEE0-55E6-E1D2D905D7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C937ACB-D682-BA73-C29D-6240C60C85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61E6EE4-283B-34CC-C693-8C419DE4A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0EE2-4D04-4957-97F0-118B9CAF24A8}" type="datetimeFigureOut">
              <a:rPr lang="fr-FR" smtClean="0"/>
              <a:t>23/03/2025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CA7B185-1413-2D0E-214D-6EBC401AA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2EFD723-3ED5-79F4-B723-D049784D1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8D611-5C57-4548-8B13-77ECA1D212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5636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4B59C4-4E42-ACB7-0232-8A30B746F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9C373A8-C56B-7DB5-646F-27C8B86D5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567EC7E-DD63-D3F5-087D-232E6D14C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0EE2-4D04-4957-97F0-118B9CAF24A8}" type="datetimeFigureOut">
              <a:rPr lang="fr-FR" smtClean="0"/>
              <a:t>23/03/2025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A058D8-294B-5842-2B05-EDB45C8C5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164DAC-F0E1-45E6-E759-64828AE65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8D611-5C57-4548-8B13-77ECA1D212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946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3DE5D2-DB1B-04C7-170B-0D49EA1C2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531FCA7-5306-6E1C-2176-B8A31D1CC2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1B8ADA2-5EA4-F4B7-F2D6-BC36A1805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0EE2-4D04-4957-97F0-118B9CAF24A8}" type="datetimeFigureOut">
              <a:rPr lang="fr-FR" smtClean="0"/>
              <a:t>23/03/2025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4CE5635-4CC9-D52B-E461-75A4D2DCB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73AF097-2D5F-6484-B01B-B35842202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8D611-5C57-4548-8B13-77ECA1D212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7761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F46A0C-4E22-A137-9C4E-336B1441B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D9361B3-084F-4C47-FADC-DFC865201F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39CADA3-1765-5DAC-4A0F-9892229B97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2F08121-2599-C7D6-5733-6F2B677D2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0EE2-4D04-4957-97F0-118B9CAF24A8}" type="datetimeFigureOut">
              <a:rPr lang="fr-FR" smtClean="0"/>
              <a:t>23/03/2025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41DA2AD-D7F0-1766-EC27-4708028C9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6657ED8-03B3-F235-8D30-5A4198135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8D611-5C57-4548-8B13-77ECA1D212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2992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7F0138-B275-2022-045F-04414BDA3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8D677BA-40F2-D292-E0DA-940B64C0C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796B3A6-1621-A81B-2F96-E4B9041144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45815BE-56AF-5C10-2DB3-7DF3B51E36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3A6CC54-69D2-1968-A1E8-1446E5351D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D60B674-FB4A-B816-C606-AF8FA1783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0EE2-4D04-4957-97F0-118B9CAF24A8}" type="datetimeFigureOut">
              <a:rPr lang="fr-FR" smtClean="0"/>
              <a:t>23/03/2025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DF1D72E-E2CF-2AC1-6D00-918495C8C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E4B270C-D457-6B14-3151-A0FF0B226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8D611-5C57-4548-8B13-77ECA1D212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3375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93FFC2-6279-4135-35E1-4F8F28D4D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362A6B9-1F9C-FA7E-3367-CA908C469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0EE2-4D04-4957-97F0-118B9CAF24A8}" type="datetimeFigureOut">
              <a:rPr lang="fr-FR" smtClean="0"/>
              <a:t>23/03/2025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910C9C5-2713-3214-9C88-04ED061A1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AE749DA-0E86-A7C7-DD41-53DFB67BD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8D611-5C57-4548-8B13-77ECA1D212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0165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4448E82-E563-0533-B0B1-9CF8F1E2D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0EE2-4D04-4957-97F0-118B9CAF24A8}" type="datetimeFigureOut">
              <a:rPr lang="fr-FR" smtClean="0"/>
              <a:t>23/03/2025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843CED5-3264-C6A0-4966-1F9CB6D1A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6DE2A77-71D2-2EFB-A9C3-F72EC7877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8D611-5C57-4548-8B13-77ECA1D212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1755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9007C4-73E3-022E-8C3A-78CE6738A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7E1D2E6-459E-53E2-A750-B9DDAC713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412CD26-25AE-6CB6-BDD6-524F2BE05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07021BD-A29D-CE64-5380-D6E42774A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0EE2-4D04-4957-97F0-118B9CAF24A8}" type="datetimeFigureOut">
              <a:rPr lang="fr-FR" smtClean="0"/>
              <a:t>23/03/2025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F6F20CA-D210-0F44-7E21-09DE86738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D43BBA8-FE05-B4FF-94A0-04A6C9140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8D611-5C57-4548-8B13-77ECA1D212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8612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C3BEA7-25D9-B89B-B549-7FEB939E6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4DD4948-8BB6-8F9D-75E9-1284E150AB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2E309EE-35FB-892A-F1CD-DD4DC71B19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44FCAD1-C403-AC69-CCF9-70644E265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0EE2-4D04-4957-97F0-118B9CAF24A8}" type="datetimeFigureOut">
              <a:rPr lang="fr-FR" smtClean="0"/>
              <a:t>23/03/2025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A5F2A5B-93B7-D74A-E135-07AB4D9E8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0FA3341-1903-07D2-0F61-C837D751A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8D611-5C57-4548-8B13-77ECA1D212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1801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770FE3-66DB-843E-7363-327E7B121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0759AFA-27EB-BEFA-6809-13BCB569FC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3DDD46E-7B6D-C148-7ECB-B0AA7CF79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0EE2-4D04-4957-97F0-118B9CAF24A8}" type="datetimeFigureOut">
              <a:rPr lang="fr-FR" smtClean="0"/>
              <a:t>23/03/2025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9960827-EEB4-6733-EA41-D38A9786F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420249D-312A-1796-32D8-9850DCF2C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8D611-5C57-4548-8B13-77ECA1D212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3889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72BF7DE-8F58-C232-2673-2A35A2E917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541FB77-ED0A-3EF7-6223-165C4C667E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3B1E3A5-BF0D-91B1-D8E1-48BD352AB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0EE2-4D04-4957-97F0-118B9CAF24A8}" type="datetimeFigureOut">
              <a:rPr lang="fr-FR" smtClean="0"/>
              <a:t>23/03/2025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8AF35D-23B4-37E0-26EE-D97AC9307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57DFAD6-C2BE-6826-67A9-E271A7244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8D611-5C57-4548-8B13-77ECA1D212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1066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DBB9FD4-B1D5-E7D3-64A2-08119D7E2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062F2B1-FCAC-5601-F6AB-942A9B6519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32BFB28-2F84-A323-F801-A9BEB3E0A5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110EE2-4D04-4957-97F0-118B9CAF24A8}" type="datetimeFigureOut">
              <a:rPr lang="fr-FR" smtClean="0"/>
              <a:t>23/03/2025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651650A-30B3-752C-3CA4-2CA1D4A628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D5BD023-BA6C-6858-19B4-53AB8EB4DA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58D611-5C57-4548-8B13-77ECA1D212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2889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F07ADE-9328-F64D-C671-39FD48DFD2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74370"/>
            <a:ext cx="9144000" cy="1909763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chemeClr val="accent2"/>
                </a:solidFill>
              </a:rPr>
              <a:t>LIBRARY MANAGEMENT PROJECT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89FD396-DCEC-7EB8-1064-1F117A0EAF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581592"/>
          </a:xfrm>
        </p:spPr>
        <p:txBody>
          <a:bodyPr>
            <a:normAutofit/>
          </a:bodyPr>
          <a:lstStyle/>
          <a:p>
            <a:pPr algn="l"/>
            <a:r>
              <a:rPr lang="fr-FR" sz="2800" b="1" dirty="0"/>
              <a:t>GROUP MEMBERS: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000" dirty="0"/>
              <a:t>BATIONO Jonathan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000" dirty="0"/>
              <a:t>DIALLO </a:t>
            </a:r>
            <a:r>
              <a:rPr lang="fr-FR" sz="2000" dirty="0" err="1"/>
              <a:t>Djénéba</a:t>
            </a:r>
            <a:endParaRPr lang="fr-FR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000" dirty="0"/>
              <a:t>GUISSO Ali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000" dirty="0"/>
              <a:t>OUGDA Ibrahim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000" dirty="0"/>
              <a:t>OUEDRAOGO </a:t>
            </a:r>
            <a:r>
              <a:rPr lang="fr-FR" sz="2000" dirty="0" err="1"/>
              <a:t>Moumouni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1290925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6B9C8DA-5E06-8FCB-62C5-71B2A4DF1A08}"/>
              </a:ext>
            </a:extLst>
          </p:cNvPr>
          <p:cNvSpPr/>
          <p:nvPr/>
        </p:nvSpPr>
        <p:spPr>
          <a:xfrm>
            <a:off x="-236364" y="0"/>
            <a:ext cx="12843654" cy="723152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BCF93A3-45F7-1C81-1536-4AE5E45C8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6624" y="2967486"/>
            <a:ext cx="4958751" cy="790815"/>
          </a:xfrm>
        </p:spPr>
        <p:txBody>
          <a:bodyPr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JAVA FRONTEND</a:t>
            </a:r>
          </a:p>
        </p:txBody>
      </p:sp>
    </p:spTree>
    <p:extLst>
      <p:ext uri="{BB962C8B-B14F-4D97-AF65-F5344CB8AC3E}">
        <p14:creationId xmlns:p14="http://schemas.microsoft.com/office/powerpoint/2010/main" val="329714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CF93A3-45F7-1C81-1536-4AE5E45C8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958751" cy="790815"/>
          </a:xfrm>
        </p:spPr>
        <p:txBody>
          <a:bodyPr/>
          <a:lstStyle/>
          <a:p>
            <a:r>
              <a:rPr lang="fr-FR" dirty="0"/>
              <a:t>JAVA FRONTEND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73F6BAE-0B3C-F68F-1019-B35D82B06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88" y="1673523"/>
            <a:ext cx="5213888" cy="4149306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041BEB9E-2E66-AC63-FA13-A956B90EB0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517" y="1802920"/>
            <a:ext cx="5386226" cy="4149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167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CF93A3-45F7-1C81-1536-4AE5E45C8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958751" cy="790815"/>
          </a:xfrm>
        </p:spPr>
        <p:txBody>
          <a:bodyPr/>
          <a:lstStyle/>
          <a:p>
            <a:r>
              <a:rPr lang="fr-FR" dirty="0"/>
              <a:t>JAVA FRONTEND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043434E-21E2-FA15-87A1-8520B7E7B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4438" y="905024"/>
            <a:ext cx="3433373" cy="5451894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78B75FBA-6C54-E284-868F-35A30C95C9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82" y="1660413"/>
            <a:ext cx="8331055" cy="4206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278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CF93A3-45F7-1C81-1536-4AE5E45C8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958751" cy="790815"/>
          </a:xfrm>
        </p:spPr>
        <p:txBody>
          <a:bodyPr/>
          <a:lstStyle/>
          <a:p>
            <a:r>
              <a:rPr lang="fr-FR" dirty="0"/>
              <a:t>JAVA FRONTEND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7A1DD169-F3DB-D8CC-A19C-CB2BA6D2E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5" y="2915728"/>
            <a:ext cx="6855418" cy="346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799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CF93A3-45F7-1C81-1536-4AE5E45C8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958751" cy="790815"/>
          </a:xfrm>
        </p:spPr>
        <p:txBody>
          <a:bodyPr/>
          <a:lstStyle/>
          <a:p>
            <a:r>
              <a:rPr lang="fr-FR" dirty="0"/>
              <a:t>JAVA FRONTEND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AC6DCF7-E617-BC0F-E08D-5240C555D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10" y="1383115"/>
            <a:ext cx="7802396" cy="3939383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C909EEBE-F815-BCC1-41B9-149713402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702" y="1459308"/>
            <a:ext cx="3656159" cy="3939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689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FA629E-CC12-CE94-1720-CD0AFEF40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098" y="140839"/>
            <a:ext cx="10515600" cy="859826"/>
          </a:xfrm>
        </p:spPr>
        <p:txBody>
          <a:bodyPr/>
          <a:lstStyle/>
          <a:p>
            <a:r>
              <a:rPr lang="fr-FR" dirty="0"/>
              <a:t>JAVA FRONTEND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131270A-A210-18AB-2850-E6824B8FF8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574" y="1072436"/>
            <a:ext cx="10666922" cy="5385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352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FA629E-CC12-CE94-1720-CD0AFEF40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098" y="140839"/>
            <a:ext cx="10515600" cy="859826"/>
          </a:xfrm>
        </p:spPr>
        <p:txBody>
          <a:bodyPr/>
          <a:lstStyle/>
          <a:p>
            <a:r>
              <a:rPr lang="fr-FR" dirty="0"/>
              <a:t>JAVA FRONTEND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7B8E877-FC52-9709-40AB-EF32C29AF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583" y="1000665"/>
            <a:ext cx="11000297" cy="5553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109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6B9C8DA-5E06-8FCB-62C5-71B2A4DF1A08}"/>
              </a:ext>
            </a:extLst>
          </p:cNvPr>
          <p:cNvSpPr/>
          <p:nvPr/>
        </p:nvSpPr>
        <p:spPr>
          <a:xfrm>
            <a:off x="-236364" y="0"/>
            <a:ext cx="12843654" cy="723152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BCF93A3-45F7-1C81-1536-4AE5E45C8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6624" y="2967486"/>
            <a:ext cx="4958751" cy="790815"/>
          </a:xfrm>
        </p:spPr>
        <p:txBody>
          <a:bodyPr/>
          <a:lstStyle/>
          <a:p>
            <a:r>
              <a:rPr lang="fr-FR" b="1" dirty="0">
                <a:solidFill>
                  <a:schemeClr val="bg1"/>
                </a:solidFill>
              </a:rPr>
              <a:t>LARAVEL BACKEND</a:t>
            </a:r>
          </a:p>
        </p:txBody>
      </p:sp>
    </p:spTree>
    <p:extLst>
      <p:ext uri="{BB962C8B-B14F-4D97-AF65-F5344CB8AC3E}">
        <p14:creationId xmlns:p14="http://schemas.microsoft.com/office/powerpoint/2010/main" val="20226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CF93A3-45F7-1C81-1536-4AE5E45C8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958751" cy="790815"/>
          </a:xfrm>
        </p:spPr>
        <p:txBody>
          <a:bodyPr/>
          <a:lstStyle/>
          <a:p>
            <a:r>
              <a:rPr lang="fr-FR" dirty="0"/>
              <a:t>LARAVEL BACKEND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48B82C5-F7E6-967B-9D35-07C2238DFE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717" t="22853" r="23485" b="6294"/>
          <a:stretch/>
        </p:blipFill>
        <p:spPr>
          <a:xfrm>
            <a:off x="502920" y="1737361"/>
            <a:ext cx="5284470" cy="398907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6BE75E16-4B17-3E51-8E8C-1715EB535B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281" t="19333" r="31657" b="3000"/>
          <a:stretch/>
        </p:blipFill>
        <p:spPr>
          <a:xfrm>
            <a:off x="6835140" y="891540"/>
            <a:ext cx="4640580" cy="532638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600908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92DA5960-FC3C-A105-3D29-F6B1571ED7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12" t="13667"/>
          <a:stretch/>
        </p:blipFill>
        <p:spPr>
          <a:xfrm>
            <a:off x="262890" y="685800"/>
            <a:ext cx="11666220" cy="592074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770ECB0B-52CF-3F56-D092-667349B66BF6}"/>
              </a:ext>
            </a:extLst>
          </p:cNvPr>
          <p:cNvSpPr txBox="1"/>
          <p:nvPr/>
        </p:nvSpPr>
        <p:spPr>
          <a:xfrm>
            <a:off x="457200" y="80010"/>
            <a:ext cx="4091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User </a:t>
            </a:r>
            <a:r>
              <a:rPr lang="fr-FR" b="1" dirty="0" err="1"/>
              <a:t>view</a:t>
            </a:r>
            <a:r>
              <a:rPr lang="fr-FR" b="1" dirty="0"/>
              <a:t>/BOOK</a:t>
            </a:r>
          </a:p>
        </p:txBody>
      </p:sp>
    </p:spTree>
    <p:extLst>
      <p:ext uri="{BB962C8B-B14F-4D97-AF65-F5344CB8AC3E}">
        <p14:creationId xmlns:p14="http://schemas.microsoft.com/office/powerpoint/2010/main" val="631866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770ECB0B-52CF-3F56-D092-667349B66BF6}"/>
              </a:ext>
            </a:extLst>
          </p:cNvPr>
          <p:cNvSpPr txBox="1"/>
          <p:nvPr/>
        </p:nvSpPr>
        <p:spPr>
          <a:xfrm>
            <a:off x="457200" y="80010"/>
            <a:ext cx="4091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User </a:t>
            </a:r>
            <a:r>
              <a:rPr lang="fr-FR" b="1" dirty="0" err="1"/>
              <a:t>view</a:t>
            </a:r>
            <a:r>
              <a:rPr lang="fr-FR" b="1" dirty="0"/>
              <a:t>/ BOOK 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C78279D-B486-8691-ABB9-204A2C4914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50" t="10167"/>
          <a:stretch/>
        </p:blipFill>
        <p:spPr>
          <a:xfrm>
            <a:off x="331470" y="617220"/>
            <a:ext cx="11734800" cy="6160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0120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770ECB0B-52CF-3F56-D092-667349B66BF6}"/>
              </a:ext>
            </a:extLst>
          </p:cNvPr>
          <p:cNvSpPr txBox="1"/>
          <p:nvPr/>
        </p:nvSpPr>
        <p:spPr>
          <a:xfrm>
            <a:off x="457200" y="80010"/>
            <a:ext cx="4091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User </a:t>
            </a:r>
            <a:r>
              <a:rPr lang="fr-FR" b="1" dirty="0" err="1"/>
              <a:t>view</a:t>
            </a:r>
            <a:r>
              <a:rPr lang="fr-FR" b="1" dirty="0"/>
              <a:t>/ BOOK SHOW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F8340AA-8E5F-4D13-EAE6-9EFF103A45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06" t="10333"/>
          <a:stretch/>
        </p:blipFill>
        <p:spPr>
          <a:xfrm>
            <a:off x="360045" y="628650"/>
            <a:ext cx="11471910" cy="6149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6432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770ECB0B-52CF-3F56-D092-667349B66BF6}"/>
              </a:ext>
            </a:extLst>
          </p:cNvPr>
          <p:cNvSpPr txBox="1"/>
          <p:nvPr/>
        </p:nvSpPr>
        <p:spPr>
          <a:xfrm>
            <a:off x="457200" y="80010"/>
            <a:ext cx="4091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User </a:t>
            </a:r>
            <a:r>
              <a:rPr lang="fr-FR" b="1" dirty="0" err="1"/>
              <a:t>view</a:t>
            </a:r>
            <a:r>
              <a:rPr lang="fr-FR" b="1" dirty="0"/>
              <a:t>/ BECOME A MEMBER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F9F326A-800E-E181-646F-30351B0AC9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563" t="10500" r="5218"/>
          <a:stretch/>
        </p:blipFill>
        <p:spPr>
          <a:xfrm>
            <a:off x="901065" y="640080"/>
            <a:ext cx="10389870" cy="6137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5644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770ECB0B-52CF-3F56-D092-667349B66BF6}"/>
              </a:ext>
            </a:extLst>
          </p:cNvPr>
          <p:cNvSpPr txBox="1"/>
          <p:nvPr/>
        </p:nvSpPr>
        <p:spPr>
          <a:xfrm>
            <a:off x="457200" y="80010"/>
            <a:ext cx="4091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User </a:t>
            </a:r>
            <a:r>
              <a:rPr lang="fr-FR" b="1" dirty="0" err="1"/>
              <a:t>view</a:t>
            </a:r>
            <a:r>
              <a:rPr lang="fr-FR" b="1" dirty="0"/>
              <a:t> / LOAN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D8730A1-99E0-8F9B-E2FF-E3C58138EA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93" t="10000"/>
          <a:stretch/>
        </p:blipFill>
        <p:spPr>
          <a:xfrm>
            <a:off x="280035" y="685800"/>
            <a:ext cx="11631930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8371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770ECB0B-52CF-3F56-D092-667349B66BF6}"/>
              </a:ext>
            </a:extLst>
          </p:cNvPr>
          <p:cNvSpPr txBox="1"/>
          <p:nvPr/>
        </p:nvSpPr>
        <p:spPr>
          <a:xfrm>
            <a:off x="457200" y="80010"/>
            <a:ext cx="4091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Admin </a:t>
            </a:r>
            <a:r>
              <a:rPr lang="fr-FR" b="1" dirty="0" err="1"/>
              <a:t>view</a:t>
            </a:r>
            <a:r>
              <a:rPr lang="fr-FR" b="1" dirty="0"/>
              <a:t>/DASHBOARD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8733A81-C23D-763D-CC04-F7E736507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" y="779076"/>
            <a:ext cx="11894820" cy="584154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1682719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106736E2-5B10-9511-B4F1-E8D6A01F3F89}"/>
              </a:ext>
            </a:extLst>
          </p:cNvPr>
          <p:cNvCxnSpPr/>
          <p:nvPr/>
        </p:nvCxnSpPr>
        <p:spPr>
          <a:xfrm>
            <a:off x="291465" y="1257300"/>
            <a:ext cx="811530" cy="121158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ZoneTexte 5">
            <a:extLst>
              <a:ext uri="{FF2B5EF4-FFF2-40B4-BE49-F238E27FC236}">
                <a16:creationId xmlns:a16="http://schemas.microsoft.com/office/drawing/2014/main" id="{4C611BAC-0093-4C53-5C6A-2A9FBA525722}"/>
              </a:ext>
            </a:extLst>
          </p:cNvPr>
          <p:cNvSpPr txBox="1"/>
          <p:nvPr/>
        </p:nvSpPr>
        <p:spPr>
          <a:xfrm>
            <a:off x="457200" y="80010"/>
            <a:ext cx="4091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Admin </a:t>
            </a:r>
            <a:r>
              <a:rPr lang="fr-FR" b="1" dirty="0" err="1"/>
              <a:t>view</a:t>
            </a:r>
            <a:r>
              <a:rPr lang="fr-FR" b="1" dirty="0"/>
              <a:t>/BOOK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7E7B98C-68AC-7718-73BE-20CF45F079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06" t="16667" r="2392"/>
          <a:stretch/>
        </p:blipFill>
        <p:spPr>
          <a:xfrm>
            <a:off x="231457" y="777240"/>
            <a:ext cx="11729085" cy="5715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8054568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F64F147-84A9-B2E9-5927-958192BE62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19" t="12833" r="6250"/>
          <a:stretch/>
        </p:blipFill>
        <p:spPr>
          <a:xfrm>
            <a:off x="697230" y="880110"/>
            <a:ext cx="10732770" cy="5977890"/>
          </a:xfrm>
          <a:prstGeom prst="rect">
            <a:avLst/>
          </a:prstGeom>
        </p:spPr>
      </p:pic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106736E2-5B10-9511-B4F1-E8D6A01F3F89}"/>
              </a:ext>
            </a:extLst>
          </p:cNvPr>
          <p:cNvCxnSpPr/>
          <p:nvPr/>
        </p:nvCxnSpPr>
        <p:spPr>
          <a:xfrm>
            <a:off x="291465" y="1257300"/>
            <a:ext cx="811530" cy="121158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ZoneTexte 5">
            <a:extLst>
              <a:ext uri="{FF2B5EF4-FFF2-40B4-BE49-F238E27FC236}">
                <a16:creationId xmlns:a16="http://schemas.microsoft.com/office/drawing/2014/main" id="{4C611BAC-0093-4C53-5C6A-2A9FBA525722}"/>
              </a:ext>
            </a:extLst>
          </p:cNvPr>
          <p:cNvSpPr txBox="1"/>
          <p:nvPr/>
        </p:nvSpPr>
        <p:spPr>
          <a:xfrm>
            <a:off x="457200" y="80010"/>
            <a:ext cx="4091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Admin </a:t>
            </a:r>
            <a:r>
              <a:rPr lang="fr-FR" b="1" dirty="0" err="1"/>
              <a:t>view</a:t>
            </a:r>
            <a:r>
              <a:rPr lang="fr-FR" b="1" dirty="0"/>
              <a:t>/BOOK</a:t>
            </a:r>
          </a:p>
        </p:txBody>
      </p:sp>
    </p:spTree>
    <p:extLst>
      <p:ext uri="{BB962C8B-B14F-4D97-AF65-F5344CB8AC3E}">
        <p14:creationId xmlns:p14="http://schemas.microsoft.com/office/powerpoint/2010/main" val="12908886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106736E2-5B10-9511-B4F1-E8D6A01F3F89}"/>
              </a:ext>
            </a:extLst>
          </p:cNvPr>
          <p:cNvCxnSpPr/>
          <p:nvPr/>
        </p:nvCxnSpPr>
        <p:spPr>
          <a:xfrm>
            <a:off x="291465" y="1257300"/>
            <a:ext cx="811530" cy="121158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ZoneTexte 5">
            <a:extLst>
              <a:ext uri="{FF2B5EF4-FFF2-40B4-BE49-F238E27FC236}">
                <a16:creationId xmlns:a16="http://schemas.microsoft.com/office/drawing/2014/main" id="{4C611BAC-0093-4C53-5C6A-2A9FBA525722}"/>
              </a:ext>
            </a:extLst>
          </p:cNvPr>
          <p:cNvSpPr txBox="1"/>
          <p:nvPr/>
        </p:nvSpPr>
        <p:spPr>
          <a:xfrm>
            <a:off x="457200" y="80010"/>
            <a:ext cx="4091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Admin </a:t>
            </a:r>
            <a:r>
              <a:rPr lang="fr-FR" b="1" dirty="0" err="1"/>
              <a:t>view</a:t>
            </a:r>
            <a:r>
              <a:rPr lang="fr-FR" b="1" dirty="0"/>
              <a:t>/LOAN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6C38FEC-E94B-0E8B-9EA2-8E775E573F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91" t="13333" r="3156" b="8500"/>
          <a:stretch/>
        </p:blipFill>
        <p:spPr>
          <a:xfrm>
            <a:off x="291465" y="914400"/>
            <a:ext cx="11515726" cy="536067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7999348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4C611BAC-0093-4C53-5C6A-2A9FBA525722}"/>
              </a:ext>
            </a:extLst>
          </p:cNvPr>
          <p:cNvSpPr txBox="1"/>
          <p:nvPr/>
        </p:nvSpPr>
        <p:spPr>
          <a:xfrm>
            <a:off x="457200" y="80010"/>
            <a:ext cx="4091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Admin </a:t>
            </a:r>
            <a:r>
              <a:rPr lang="fr-FR" b="1" dirty="0" err="1"/>
              <a:t>view</a:t>
            </a:r>
            <a:r>
              <a:rPr lang="fr-FR" b="1" dirty="0"/>
              <a:t>/LOANS </a:t>
            </a:r>
            <a:r>
              <a:rPr lang="fr-FR" b="1" dirty="0" err="1"/>
              <a:t>History</a:t>
            </a:r>
            <a:endParaRPr lang="fr-FR" b="1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CEC5B9C-0201-0759-DDF4-D79C801FD3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91" t="13000" r="1282" b="44333"/>
          <a:stretch/>
        </p:blipFill>
        <p:spPr>
          <a:xfrm>
            <a:off x="291465" y="1965960"/>
            <a:ext cx="11744326" cy="292608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461759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4C611BAC-0093-4C53-5C6A-2A9FBA525722}"/>
              </a:ext>
            </a:extLst>
          </p:cNvPr>
          <p:cNvSpPr txBox="1"/>
          <p:nvPr/>
        </p:nvSpPr>
        <p:spPr>
          <a:xfrm>
            <a:off x="457200" y="80010"/>
            <a:ext cx="4091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Admin </a:t>
            </a:r>
            <a:r>
              <a:rPr lang="fr-FR" b="1" dirty="0" err="1"/>
              <a:t>view</a:t>
            </a:r>
            <a:r>
              <a:rPr lang="fr-FR" b="1" dirty="0"/>
              <a:t>/ MEMBER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C18C794-CA50-65BA-E80D-D6397EF85C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99" t="13000" r="1563" b="29167"/>
          <a:stretch/>
        </p:blipFill>
        <p:spPr>
          <a:xfrm>
            <a:off x="186690" y="1445895"/>
            <a:ext cx="11818620" cy="396621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8650751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4C611BAC-0093-4C53-5C6A-2A9FBA525722}"/>
              </a:ext>
            </a:extLst>
          </p:cNvPr>
          <p:cNvSpPr txBox="1"/>
          <p:nvPr/>
        </p:nvSpPr>
        <p:spPr>
          <a:xfrm>
            <a:off x="457200" y="80010"/>
            <a:ext cx="4091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Admin </a:t>
            </a:r>
            <a:r>
              <a:rPr lang="fr-FR" b="1" dirty="0" err="1"/>
              <a:t>view</a:t>
            </a:r>
            <a:r>
              <a:rPr lang="fr-FR" b="1" dirty="0"/>
              <a:t>/ ADD MEMBER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BD2FA2F-F304-4544-3AAB-C4689F1708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50" t="12833" r="2687" b="5834"/>
          <a:stretch/>
        </p:blipFill>
        <p:spPr>
          <a:xfrm>
            <a:off x="457200" y="880110"/>
            <a:ext cx="11407140" cy="557784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9783364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4C611BAC-0093-4C53-5C6A-2A9FBA525722}"/>
              </a:ext>
            </a:extLst>
          </p:cNvPr>
          <p:cNvSpPr txBox="1"/>
          <p:nvPr/>
        </p:nvSpPr>
        <p:spPr>
          <a:xfrm>
            <a:off x="457200" y="80010"/>
            <a:ext cx="4091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Admin </a:t>
            </a:r>
            <a:r>
              <a:rPr lang="fr-FR" b="1" dirty="0" err="1"/>
              <a:t>view</a:t>
            </a:r>
            <a:r>
              <a:rPr lang="fr-FR" b="1" dirty="0"/>
              <a:t>/ PENALTY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AC9DA84-3C04-F2F8-E9AB-C0588F5342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833" b="56667"/>
          <a:stretch/>
        </p:blipFill>
        <p:spPr>
          <a:xfrm>
            <a:off x="0" y="2137410"/>
            <a:ext cx="12192000" cy="209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2238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D02C4F-7296-CC41-A5C2-2DF51D184C85}"/>
              </a:ext>
            </a:extLst>
          </p:cNvPr>
          <p:cNvSpPr/>
          <p:nvPr/>
        </p:nvSpPr>
        <p:spPr>
          <a:xfrm>
            <a:off x="-320040" y="-160020"/>
            <a:ext cx="12858750" cy="718947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05697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91</Words>
  <Application>Microsoft Office PowerPoint</Application>
  <PresentationFormat>Grand écran</PresentationFormat>
  <Paragraphs>29</Paragraphs>
  <Slides>24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28" baseType="lpstr">
      <vt:lpstr>Aptos</vt:lpstr>
      <vt:lpstr>Aptos Display</vt:lpstr>
      <vt:lpstr>Arial</vt:lpstr>
      <vt:lpstr>Thème Office</vt:lpstr>
      <vt:lpstr>LIBRARY MANAGEMENT PROJECT</vt:lpstr>
      <vt:lpstr>JAVA FRONTEND</vt:lpstr>
      <vt:lpstr>JAVA FRONTEND</vt:lpstr>
      <vt:lpstr>JAVA FRONTEND</vt:lpstr>
      <vt:lpstr>JAVA FRONTEND</vt:lpstr>
      <vt:lpstr>JAVA FRONTEND</vt:lpstr>
      <vt:lpstr>JAVA FRONTEND</vt:lpstr>
      <vt:lpstr>JAVA FRONTEND</vt:lpstr>
      <vt:lpstr>LARAVEL BACKEND</vt:lpstr>
      <vt:lpstr>LARAVEL BACKEND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ibrahim dayende ougda</dc:creator>
  <cp:lastModifiedBy>ibrahim dayende ougda</cp:lastModifiedBy>
  <cp:revision>21</cp:revision>
  <dcterms:created xsi:type="dcterms:W3CDTF">2025-03-23T17:50:59Z</dcterms:created>
  <dcterms:modified xsi:type="dcterms:W3CDTF">2025-03-23T18:19:56Z</dcterms:modified>
</cp:coreProperties>
</file>